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4297675" cx="4297675"/>
  <p:notesSz cx="6858000" cy="9144000"/>
  <p:embeddedFontLst>
    <p:embeddedFont>
      <p:font typeface="PT Serif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54">
          <p15:clr>
            <a:srgbClr val="747775"/>
          </p15:clr>
        </p15:guide>
        <p15:guide id="2" pos="135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54" orient="horz"/>
        <p:guide pos="135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erif-bold.fntdata"/><Relationship Id="rId10" Type="http://schemas.openxmlformats.org/officeDocument/2006/relationships/font" Target="fonts/PTSerif-regular.fntdata"/><Relationship Id="rId13" Type="http://schemas.openxmlformats.org/officeDocument/2006/relationships/font" Target="fonts/PTSerif-boldItalic.fntdata"/><Relationship Id="rId12" Type="http://schemas.openxmlformats.org/officeDocument/2006/relationships/font" Target="fonts/PTSerif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5f81faa42d_0_2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5f81faa42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5f81faa42d_0_9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5f81faa42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f81faa42d_0_17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f81faa42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46503" y="622133"/>
            <a:ext cx="4004700" cy="1715100"/>
          </a:xfrm>
          <a:prstGeom prst="rect">
            <a:avLst/>
          </a:prstGeom>
        </p:spPr>
        <p:txBody>
          <a:bodyPr anchorCtr="0" anchor="b" bIns="54100" lIns="54100" spcFirstLastPara="1" rIns="54100" wrap="square" tIns="54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46499" y="2368066"/>
            <a:ext cx="4004700" cy="6624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46499" y="1797153"/>
            <a:ext cx="4004700" cy="7035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46499" y="371843"/>
            <a:ext cx="4004700" cy="4785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46499" y="962956"/>
            <a:ext cx="4004700" cy="28545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46499" y="371843"/>
            <a:ext cx="4004700" cy="4785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46499" y="962956"/>
            <a:ext cx="1880100" cy="28545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271225" y="962956"/>
            <a:ext cx="1880100" cy="28545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46499" y="371843"/>
            <a:ext cx="4004700" cy="4785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46499" y="464234"/>
            <a:ext cx="1319700" cy="631500"/>
          </a:xfrm>
          <a:prstGeom prst="rect">
            <a:avLst/>
          </a:prstGeom>
        </p:spPr>
        <p:txBody>
          <a:bodyPr anchorCtr="0" anchor="b" bIns="54100" lIns="54100" spcFirstLastPara="1" rIns="54100" wrap="square" tIns="54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46499" y="1161087"/>
            <a:ext cx="1319700" cy="26565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30417" y="376125"/>
            <a:ext cx="2992800" cy="34182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48838" y="-104"/>
            <a:ext cx="2148900" cy="42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4100" lIns="54100" spcFirstLastPara="1" rIns="54100" wrap="square" tIns="5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24785" y="1030385"/>
            <a:ext cx="1901100" cy="1238400"/>
          </a:xfrm>
          <a:prstGeom prst="rect">
            <a:avLst/>
          </a:prstGeom>
        </p:spPr>
        <p:txBody>
          <a:bodyPr anchorCtr="0" anchor="b" bIns="54100" lIns="54100" spcFirstLastPara="1" rIns="54100" wrap="square" tIns="54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24785" y="2342122"/>
            <a:ext cx="1901100" cy="10320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321562" y="605004"/>
            <a:ext cx="1803300" cy="30876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46499" y="3534876"/>
            <a:ext cx="2819400" cy="5055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46499" y="924228"/>
            <a:ext cx="4004700" cy="1640700"/>
          </a:xfrm>
          <a:prstGeom prst="rect">
            <a:avLst/>
          </a:prstGeom>
        </p:spPr>
        <p:txBody>
          <a:bodyPr anchorCtr="0" anchor="b" bIns="54100" lIns="54100" spcFirstLastPara="1" rIns="54100" wrap="square" tIns="54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2pPr>
            <a:lvl3pPr lvl="2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3pPr>
            <a:lvl4pPr lvl="3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4pPr>
            <a:lvl5pPr lvl="4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5pPr>
            <a:lvl6pPr lvl="5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6pPr>
            <a:lvl7pPr lvl="6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7pPr>
            <a:lvl8pPr lvl="7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8pPr>
            <a:lvl9pPr lvl="8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46499" y="2633856"/>
            <a:ext cx="4004700" cy="10869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</p:spPr>
        <p:txBody>
          <a:bodyPr anchorCtr="0" anchor="ctr" bIns="54100" lIns="54100" spcFirstLastPara="1" rIns="54100" wrap="square" tIns="54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6499" y="371843"/>
            <a:ext cx="40047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4100" lIns="54100" spcFirstLastPara="1" rIns="54100" wrap="square" tIns="54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6499" y="962956"/>
            <a:ext cx="4004700" cy="28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4100" lIns="54100" spcFirstLastPara="1" rIns="54100" wrap="square" tIns="54100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>
                <a:solidFill>
                  <a:schemeClr val="dk2"/>
                </a:solidFill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982051" y="3896372"/>
            <a:ext cx="2580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100" lIns="54100" spcFirstLastPara="1" rIns="54100" wrap="square" tIns="54100">
            <a:normAutofit/>
          </a:bodyPr>
          <a:lstStyle>
            <a:lvl1pPr lvl="0" algn="r">
              <a:buNone/>
              <a:defRPr sz="600">
                <a:solidFill>
                  <a:schemeClr val="dk2"/>
                </a:solidFill>
              </a:defRPr>
            </a:lvl1pPr>
            <a:lvl2pPr lvl="1" algn="r">
              <a:buNone/>
              <a:defRPr sz="600">
                <a:solidFill>
                  <a:schemeClr val="dk2"/>
                </a:solidFill>
              </a:defRPr>
            </a:lvl2pPr>
            <a:lvl3pPr lvl="2" algn="r">
              <a:buNone/>
              <a:defRPr sz="600">
                <a:solidFill>
                  <a:schemeClr val="dk2"/>
                </a:solidFill>
              </a:defRPr>
            </a:lvl3pPr>
            <a:lvl4pPr lvl="3" algn="r">
              <a:buNone/>
              <a:defRPr sz="600">
                <a:solidFill>
                  <a:schemeClr val="dk2"/>
                </a:solidFill>
              </a:defRPr>
            </a:lvl4pPr>
            <a:lvl5pPr lvl="4" algn="r">
              <a:buNone/>
              <a:defRPr sz="600">
                <a:solidFill>
                  <a:schemeClr val="dk2"/>
                </a:solidFill>
              </a:defRPr>
            </a:lvl5pPr>
            <a:lvl6pPr lvl="5" algn="r">
              <a:buNone/>
              <a:defRPr sz="600">
                <a:solidFill>
                  <a:schemeClr val="dk2"/>
                </a:solidFill>
              </a:defRPr>
            </a:lvl6pPr>
            <a:lvl7pPr lvl="6" algn="r">
              <a:buNone/>
              <a:defRPr sz="600">
                <a:solidFill>
                  <a:schemeClr val="dk2"/>
                </a:solidFill>
              </a:defRPr>
            </a:lvl7pPr>
            <a:lvl8pPr lvl="7" algn="r">
              <a:buNone/>
              <a:defRPr sz="600">
                <a:solidFill>
                  <a:schemeClr val="dk2"/>
                </a:solidFill>
              </a:defRPr>
            </a:lvl8pPr>
            <a:lvl9pPr lvl="8" algn="r">
              <a:buNone/>
              <a:defRPr sz="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297675" cy="42976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170150" y="1865575"/>
            <a:ext cx="2002200" cy="7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146488" y="1935402"/>
            <a:ext cx="4004700" cy="579300"/>
          </a:xfrm>
          <a:prstGeom prst="rect">
            <a:avLst/>
          </a:prstGeom>
        </p:spPr>
        <p:txBody>
          <a:bodyPr anchorCtr="0" anchor="b" bIns="54100" lIns="54100" spcFirstLastPara="1" rIns="54100" wrap="square" tIns="541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11">
                <a:latin typeface="PT Serif"/>
                <a:ea typeface="PT Serif"/>
                <a:cs typeface="PT Serif"/>
                <a:sym typeface="PT Serif"/>
              </a:rPr>
              <a:t>Covers EP</a:t>
            </a:r>
            <a:endParaRPr sz="3211"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226000" y="150350"/>
            <a:ext cx="1852200" cy="10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Jokingly</a:t>
            </a:r>
            <a:endParaRPr b="1" i="1" sz="3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EVIL</a:t>
            </a:r>
            <a:endParaRPr sz="320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58" name="Google Shape;58;p13"/>
          <p:cNvSpPr txBox="1"/>
          <p:nvPr>
            <p:ph type="ctrTitle"/>
          </p:nvPr>
        </p:nvSpPr>
        <p:spPr>
          <a:xfrm>
            <a:off x="168900" y="3685060"/>
            <a:ext cx="4004700" cy="5793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54100" lIns="54100" spcFirstLastPara="1" rIns="54100" wrap="square" tIns="5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75">
                <a:latin typeface="PT Serif"/>
                <a:ea typeface="PT Serif"/>
                <a:cs typeface="PT Serif"/>
                <a:sym typeface="PT Serif"/>
              </a:rPr>
              <a:t>Revolution - &amp; - Dare to be Stupid</a:t>
            </a:r>
            <a:endParaRPr sz="1775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75">
                <a:latin typeface="PT Serif"/>
                <a:ea typeface="PT Serif"/>
                <a:cs typeface="PT Serif"/>
                <a:sym typeface="PT Serif"/>
              </a:rPr>
              <a:t>A Day in the Life</a:t>
            </a:r>
            <a:endParaRPr sz="1775">
              <a:latin typeface="PT Serif"/>
              <a:ea typeface="PT Serif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146500" y="634874"/>
            <a:ext cx="4004700" cy="31827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  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  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  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  </a:t>
            </a:r>
            <a:endParaRPr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-5900" y="673944"/>
            <a:ext cx="4004700" cy="31827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/>
          </a:bodyPr>
          <a:lstStyle/>
          <a:p>
            <a:pPr indent="0" lvl="0" marL="457200" rt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Revolution (Lennon-McCartney)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457200" rtl="0" algn="ctr">
              <a:lnSpc>
                <a:spcPct val="6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&amp; (Joe Hawley)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457200" rtl="0" algn="ctr">
              <a:lnSpc>
                <a:spcPct val="6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Dare to be Stupid (Al Yankovic)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457200" rtl="0" algn="ctr">
              <a:lnSpc>
                <a:spcPct val="6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A Day in the Life (Lennon-McCartney)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457200" rtl="0" algn="ctr">
              <a:lnSpc>
                <a:spcPct val="6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CD Bonus: Win-Lose Ratio (@megarurp)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457200" rtl="0" algn="ctr">
              <a:lnSpc>
                <a:spcPct val="6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457200" rtl="0" algn="ctr">
              <a:lnSpc>
                <a:spcPct val="6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457200" rtl="0" algn="ctr">
              <a:lnSpc>
                <a:spcPct val="6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i="1" lang="en">
                <a:latin typeface="PT Serif"/>
                <a:ea typeface="PT Serif"/>
                <a:cs typeface="PT Serif"/>
                <a:sym typeface="PT Serif"/>
              </a:rPr>
              <a:t>Starting December 20th, 2023, find tracks 1-4 online</a:t>
            </a:r>
            <a:endParaRPr i="1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457200" rtl="0" algn="ctr">
              <a:lnSpc>
                <a:spcPct val="6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i="1" lang="en">
                <a:latin typeface="PT Serif"/>
                <a:ea typeface="PT Serif"/>
                <a:cs typeface="PT Serif"/>
                <a:sym typeface="PT Serif"/>
              </a:rPr>
              <a:t> (low-quality) at </a:t>
            </a:r>
            <a:endParaRPr i="1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457200" rtl="0" algn="ctr">
              <a:lnSpc>
                <a:spcPct val="6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i="1" lang="en">
                <a:latin typeface="PT Serif"/>
                <a:ea typeface="PT Serif"/>
                <a:cs typeface="PT Serif"/>
                <a:sym typeface="PT Serif"/>
              </a:rPr>
              <a:t>https://scratch.mit.edu/projects/863587270/.</a:t>
            </a:r>
            <a:endParaRPr i="1"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146499" y="143248"/>
            <a:ext cx="1094100" cy="3645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11">
                <a:latin typeface="PT Serif"/>
                <a:ea typeface="PT Serif"/>
                <a:cs typeface="PT Serif"/>
                <a:sym typeface="PT Serif"/>
              </a:rPr>
              <a:t>Covers EP</a:t>
            </a:r>
            <a:endParaRPr sz="1811">
              <a:latin typeface="PT Serif"/>
              <a:ea typeface="PT Serif"/>
              <a:cs typeface="PT Serif"/>
              <a:sym typeface="PT Serif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72172" l="28866" r="30141" t="3333"/>
          <a:stretch/>
        </p:blipFill>
        <p:spPr>
          <a:xfrm>
            <a:off x="2732942" y="3315426"/>
            <a:ext cx="1428026" cy="8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46499" y="143243"/>
            <a:ext cx="4004700" cy="4785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 fontScale="9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Revolution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&amp;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Dare to be Stupid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A Day in the Life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175825" y="566500"/>
            <a:ext cx="40047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T Serif"/>
                <a:ea typeface="PT Serif"/>
                <a:cs typeface="PT Serif"/>
                <a:sym typeface="PT Serif"/>
              </a:rPr>
              <a:t>Written by John Lennon and Paul McCartney.</a:t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T Serif"/>
                <a:ea typeface="PT Serif"/>
                <a:cs typeface="PT Serif"/>
                <a:sym typeface="PT Serif"/>
              </a:rPr>
              <a:t>Originally Covered by Jokingly Evil for FNF: The Silencioverse.</a:t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T Serif"/>
                <a:ea typeface="PT Serif"/>
                <a:cs typeface="PT Serif"/>
                <a:sym typeface="PT Serif"/>
              </a:rPr>
              <a:t>Written by Joe Hawley. First track finished for Covers EP.</a:t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T Serif"/>
                <a:ea typeface="PT Serif"/>
                <a:cs typeface="PT Serif"/>
                <a:sym typeface="PT Serif"/>
              </a:rPr>
              <a:t>Written by Al Yankovic.</a:t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T Serif"/>
                <a:ea typeface="PT Serif"/>
                <a:cs typeface="PT Serif"/>
                <a:sym typeface="PT Serif"/>
              </a:rPr>
              <a:t>Written by John Lennon and Paul McCartney.</a:t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T Serif"/>
                <a:ea typeface="PT Serif"/>
                <a:cs typeface="PT Serif"/>
                <a:sym typeface="PT Serif"/>
              </a:rPr>
              <a:t>Originally Covered by Jokingly Evil for FNF: The Silencioverse.</a:t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46499" y="-999757"/>
            <a:ext cx="4004700" cy="478500"/>
          </a:xfrm>
          <a:prstGeom prst="rect">
            <a:avLst/>
          </a:prstGeom>
        </p:spPr>
        <p:txBody>
          <a:bodyPr anchorCtr="0" anchor="t" bIns="54100" lIns="54100" spcFirstLastPara="1" rIns="54100" wrap="square" tIns="54100">
            <a:normAutofit fontScale="9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 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 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 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T Serif"/>
              <a:buAutoNum type="arabicPeriod"/>
            </a:pPr>
            <a:r>
              <a:t/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 </a:t>
            </a:r>
            <a:endParaRPr>
              <a:latin typeface="PT Serif"/>
              <a:ea typeface="PT Serif"/>
              <a:cs typeface="PT Serif"/>
              <a:sym typeface="PT Serif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PT Serif"/>
              <a:buAutoNum type="arabicPeriod"/>
            </a:pPr>
            <a:r>
              <a:rPr lang="en">
                <a:latin typeface="PT Serif"/>
                <a:ea typeface="PT Serif"/>
                <a:cs typeface="PT Serif"/>
                <a:sym typeface="PT Serif"/>
              </a:rPr>
              <a:t>Win-Lose Ratio</a:t>
            </a:r>
            <a:endParaRPr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75825" y="566500"/>
            <a:ext cx="40047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T Serif"/>
                <a:ea typeface="PT Serif"/>
                <a:cs typeface="PT Serif"/>
                <a:sym typeface="PT Serif"/>
              </a:rPr>
              <a:t>Written by @megarurp.</a:t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T Serif"/>
                <a:ea typeface="PT Serif"/>
                <a:cs typeface="PT Serif"/>
                <a:sym typeface="PT Serif"/>
              </a:rPr>
              <a:t>1st pressing (August 2023)</a:t>
            </a:r>
            <a:endParaRPr sz="1200">
              <a:latin typeface="PT Serif"/>
              <a:ea typeface="PT Serif"/>
              <a:cs typeface="PT Serif"/>
              <a:sym typeface="PT Serif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72172" l="28866" r="30141" t="3333"/>
          <a:stretch/>
        </p:blipFill>
        <p:spPr>
          <a:xfrm>
            <a:off x="2732942" y="3315426"/>
            <a:ext cx="1428026" cy="85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